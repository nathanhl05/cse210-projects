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Language of Fields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Vector Calculus Applications in Electrical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Magnitudes: Measuring Intensity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|E| = sqrt(Ex² + Ey² + Ez²)</a:t>
            </a:r>
          </a:p>
          <a:p>
            <a:r>
              <a:t>• Phasor Amplitude: Peak voltage of an AC signal.</a:t>
            </a:r>
          </a:p>
          <a:p>
            <a:r>
              <a:t>• Dielectric Strength: Ensuring field limits aren't exceeded.</a:t>
            </a:r>
          </a:p>
          <a:p>
            <a:r>
              <a:t>• Signal Strength: Measuring EMI and phone reception.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Dot Products: Alignment &amp; Flux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A · B = |A||B|cos(θ)</a:t>
            </a:r>
          </a:p>
          <a:p>
            <a:r>
              <a:t>• Electric Flux: Field passing through a surface area.</a:t>
            </a:r>
          </a:p>
          <a:p>
            <a:r>
              <a:t>• Real Power (P): Calculating work done by voltage/current.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Products: Interaction &amp;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F = q(v x B)</a:t>
            </a:r>
          </a:p>
          <a:p>
            <a:r>
              <a:t>• Lorentz Force: Basis for electric motor operation.</a:t>
            </a:r>
          </a:p>
          <a:p>
            <a:r>
              <a:t>• Magnetic Torque: Turning force on motor shafts.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Gradient (∇): The Voltage Hill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E = -∇V</a:t>
            </a:r>
          </a:p>
          <a:p>
            <a:r>
              <a:t>• Maps potential (Voltage) to the Electric Field.</a:t>
            </a:r>
          </a:p>
          <a:p>
            <a:r>
              <a:t>• Identifies direction of steepest voltage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Divergence (∇·): Sources of 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∇ · D = ρv (Gauss’s Law)</a:t>
            </a:r>
          </a:p>
          <a:p>
            <a:r>
              <a:t>• Measures if a field is spreading from or shrinking into a point.</a:t>
            </a:r>
          </a:p>
          <a:p>
            <a:r>
              <a:t>• Critical for semiconductor and capacitor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Curl (∇×): Magnetic Swirls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Formula: ∇ × H = J + ∂D/∂t (Ampere’s Law)</a:t>
            </a:r>
          </a:p>
          <a:p>
            <a:r>
              <a:t>• Measures the circulation/rotation of a field.</a:t>
            </a:r>
          </a:p>
          <a:p>
            <a:r>
              <a:t>• Fundamental for inductors and transformers.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The Unified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• Magnitudes give us the scale of power.</a:t>
            </a:r>
          </a:p>
          <a:p>
            <a:r>
              <a:t>• Dot/Cross products define physical interactions.</a:t>
            </a:r>
          </a:p>
          <a:p>
            <a:r>
              <a:t>• Vector Calculus provides the laws of modern physics.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